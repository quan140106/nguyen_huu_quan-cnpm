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5F5F5"/>
                </a:solidFill>
              </a:defRPr>
            </a:pPr>
            <a:r>
              <a:t>CÔNG NGHỆ PHẦN MỀM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8892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A0DC"/>
                </a:solidFill>
              </a:defRPr>
            </a:pPr>
            <a:r>
              <a:rPr dirty="0"/>
              <a:t>PROJECT: 24CT1 – NGUYEN HUU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8048" y="3657600"/>
            <a:ext cx="62654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EBEBE"/>
                </a:solidFill>
              </a:defRPr>
            </a:pP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nghề</a:t>
            </a:r>
            <a:r>
              <a:rPr lang="en-US" dirty="0"/>
              <a:t> </a:t>
            </a:r>
            <a:r>
              <a:rPr lang="en-US" dirty="0" err="1"/>
              <a:t>l</a:t>
            </a:r>
            <a:r>
              <a:rPr dirty="0" err="1"/>
              <a:t>ập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• 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dirty="0"/>
              <a:t>Framework </a:t>
            </a:r>
            <a:r>
              <a:rPr dirty="0" err="1"/>
              <a:t>Kivy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BEB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2. Chọn nền tảng Framework hỗ trợ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795" y="1038859"/>
            <a:ext cx="114319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5F5F5"/>
                </a:solidFill>
              </a:defRPr>
            </a:pP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framework </a:t>
            </a:r>
            <a:r>
              <a:rPr dirty="0" err="1"/>
              <a:t>Kivy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(app).</a:t>
            </a:r>
          </a:p>
          <a:p>
            <a:pPr>
              <a:spcAft>
                <a:spcPts val="1200"/>
              </a:spcAft>
              <a:defRPr sz="2200">
                <a:solidFill>
                  <a:srgbClr val="F5F5F5"/>
                </a:solidFill>
              </a:defRPr>
            </a:pP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: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✅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Miễn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phí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mã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nguồn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mở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✅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Lập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bằng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Python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dễ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tiếp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cận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nếu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đã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biết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Python.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✅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xây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dựng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ứng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dụng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cho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Android, Windows, Linux, macOS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một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nền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tảng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khác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✅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nhiều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widget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và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công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cụ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giao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diện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sẵn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✅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tạo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giao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tùy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chỉnh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phù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hợp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với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các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app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giao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riêng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✅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Một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phần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code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dùng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chung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giữa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nhiều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nền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tảng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lvl="0"/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Điểm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yếu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: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❌ Giao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mặc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định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không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giống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ứng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dụng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Android native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❌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Muốn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đưa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app Python/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Kivy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lên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Android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phải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thực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thêm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bước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build APK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tương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đối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phức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tạp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với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người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mới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❌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Hệ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sinh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thái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thư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cho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mobile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không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lớn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bằng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Android native 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hoặc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Flutter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❌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Một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tính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năng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đặc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thù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của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Android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cần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thêm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kiến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thức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về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Android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hoặc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thư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viện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hỗ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trợ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 </a:t>
            </a:r>
          </a:p>
          <a:p>
            <a:pPr lvl="0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❌ Hiệu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năng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mức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độ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tích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hợp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hệ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điều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hành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có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thể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không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tốt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bằng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ứng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dụng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native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trong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một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số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trường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hợp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lvl="0"/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spcAft>
                <a:spcPts val="1200"/>
              </a:spcAft>
              <a:defRPr sz="2200">
                <a:solidFill>
                  <a:srgbClr val="F5F5F5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BEB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3. Cài đặt công cụ và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5654"/>
            <a:ext cx="104241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</a:defRPr>
            </a:pPr>
            <a:r>
              <a:rPr dirty="0" err="1"/>
              <a:t>Tạo</a:t>
            </a:r>
            <a:r>
              <a:rPr dirty="0"/>
              <a:t> folder project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cài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Kivy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BEBE"/>
                </a:solidFill>
              </a:defRPr>
            </a:pPr>
            <a: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2BE4A-0948-F1C3-90D7-30D9ED41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035" y="531155"/>
            <a:ext cx="5703405" cy="1298163"/>
          </a:xfrm>
          <a:prstGeom prst="rect">
            <a:avLst/>
          </a:prstGeom>
        </p:spPr>
      </p:pic>
      <p:pic>
        <p:nvPicPr>
          <p:cNvPr id="8" name="Picture 7" descr="image1.png">
            <a:extLst>
              <a:ext uri="{FF2B5EF4-FFF2-40B4-BE49-F238E27FC236}">
                <a16:creationId xmlns:a16="http://schemas.microsoft.com/office/drawing/2014/main" id="{0BC7D9BC-F9BC-DC1D-6FD9-C29CA55D8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6910"/>
            <a:ext cx="7048746" cy="43999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BFF751-B4EE-312F-EB37-E946A972DBAF}"/>
              </a:ext>
            </a:extLst>
          </p:cNvPr>
          <p:cNvSpPr txBox="1"/>
          <p:nvPr/>
        </p:nvSpPr>
        <p:spPr>
          <a:xfrm>
            <a:off x="7784199" y="2078746"/>
            <a:ext cx="3097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Sử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dung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cmd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tạo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7CD65-56FF-620F-8121-9FB80FE70883}"/>
              </a:ext>
            </a:extLst>
          </p:cNvPr>
          <p:cNvSpPr txBox="1"/>
          <p:nvPr/>
        </p:nvSpPr>
        <p:spPr>
          <a:xfrm>
            <a:off x="7784199" y="2785634"/>
            <a:ext cx="407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Cmd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lệnh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: pip install "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kivy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[base]“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Để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cài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đặt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kivy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831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lang="en-US" dirty="0"/>
              <a:t>C</a:t>
            </a:r>
            <a:r>
              <a:rPr dirty="0"/>
              <a:t>ài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Kivy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endParaRPr dirty="0"/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34700"/>
            <a:ext cx="8925509" cy="4589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BEB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9F411-3D2C-583E-C524-26DC1A861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83B873-DD01-A4C8-AAA2-FB8802EACD04}"/>
              </a:ext>
            </a:extLst>
          </p:cNvPr>
          <p:cNvSpPr txBox="1"/>
          <p:nvPr/>
        </p:nvSpPr>
        <p:spPr>
          <a:xfrm>
            <a:off x="640080" y="411480"/>
            <a:ext cx="1057295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kivy</a:t>
            </a:r>
            <a:r>
              <a:rPr lang="en-US" dirty="0"/>
              <a:t>.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visual code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giao</a:t>
            </a:r>
            <a:endParaRPr lang="en-US" dirty="0"/>
          </a:p>
          <a:p>
            <a:pPr>
              <a:defRPr sz="2800" b="1">
                <a:solidFill>
                  <a:srgbClr val="F5F5F5"/>
                </a:solidFill>
              </a:defRPr>
            </a:pPr>
            <a:r>
              <a:rPr lang="en-US" dirty="0" err="1"/>
              <a:t>Diện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A61E03-556A-6B80-9AD4-2312A85DD461}"/>
              </a:ext>
            </a:extLst>
          </p:cNvPr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BEBE"/>
                </a:solidFill>
              </a:defRPr>
            </a:pPr>
            <a:r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0307F-2E6B-0ED0-683F-3F3F7A56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02" y="1489606"/>
            <a:ext cx="9135750" cy="4134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0B3D45-0201-E65D-7C1D-7C19E0B8B70D}"/>
              </a:ext>
            </a:extLst>
          </p:cNvPr>
          <p:cNvSpPr txBox="1"/>
          <p:nvPr/>
        </p:nvSpPr>
        <p:spPr>
          <a:xfrm>
            <a:off x="904568" y="5968181"/>
            <a:ext cx="400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Tạo</a:t>
            </a:r>
            <a:r>
              <a:rPr lang="en-US" dirty="0">
                <a:solidFill>
                  <a:schemeClr val="bg1"/>
                </a:solidFill>
              </a:rPr>
              <a:t> file main.py  </a:t>
            </a:r>
            <a:r>
              <a:rPr lang="en-US" dirty="0" err="1">
                <a:solidFill>
                  <a:schemeClr val="bg1"/>
                </a:solidFill>
              </a:rPr>
              <a:t>chứa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lênh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khởi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chạy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07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</a:defRPr>
            </a:pPr>
            <a:r>
              <a:t>4. Chạy Framework và kiểm tra giao diện</a:t>
            </a:r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42" y="1143000"/>
            <a:ext cx="9519982" cy="4687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BEBE"/>
                </a:solidFill>
              </a:defRPr>
            </a:pPr>
            <a: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E785F-AD48-6416-F6E8-83D9A79791D5}"/>
              </a:ext>
            </a:extLst>
          </p:cNvPr>
          <p:cNvSpPr txBox="1"/>
          <p:nvPr/>
        </p:nvSpPr>
        <p:spPr>
          <a:xfrm>
            <a:off x="764542" y="5999824"/>
            <a:ext cx="7905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Dùng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lệnh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khởi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err="1">
                <a:solidFill>
                  <a:schemeClr val="bg1"/>
                </a:solidFill>
              </a:rPr>
              <a:t>chạy</a:t>
            </a:r>
            <a:r>
              <a:rPr lang="en-US" dirty="0">
                <a:solidFill>
                  <a:schemeClr val="bg1"/>
                </a:solidFill>
              </a:rPr>
              <a:t> main.py </a:t>
            </a:r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cmd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để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chạy</a:t>
            </a:r>
            <a:r>
              <a:rPr lang="en-US" dirty="0">
                <a:solidFill>
                  <a:schemeClr val="bg1"/>
                </a:solidFill>
              </a:rPr>
              <a:t> . Thay </a:t>
            </a:r>
            <a:r>
              <a:rPr lang="en-US" dirty="0" err="1">
                <a:solidFill>
                  <a:schemeClr val="bg1"/>
                </a:solidFill>
              </a:rPr>
              <a:t>đổi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giao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tựa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đề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348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Quan</cp:lastModifiedBy>
  <cp:revision>6</cp:revision>
  <dcterms:created xsi:type="dcterms:W3CDTF">2013-01-27T09:14:16Z</dcterms:created>
  <dcterms:modified xsi:type="dcterms:W3CDTF">2026-08-18T08:36:33Z</dcterms:modified>
  <cp:category/>
</cp:coreProperties>
</file>